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DFM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From Local Python App to Team-Shared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Alex Atala  |  Senior Product Development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Amazon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201168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Local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201168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Source Control Backup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201168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069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Code Review &amp; Merge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29200"/>
            <a:ext cx="201168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257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Sharing With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End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E293B"/>
                </a:solidFill>
              </a:defRPr>
            </a:pPr>
            <a:r>
              <a:t>A working web app where engineers upload STEP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E293B"/>
                </a:solidFill>
              </a:defRPr>
            </a:pPr>
            <a:r>
              <a:t>and get DFM analysis based on Amazon Robotics design guidelines.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65760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137160" cy="2560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📋 Standards-Based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Rules from 930-00172 (sheet metal), 930-00166 (casting), NADCA, ISO 2768, AWS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00400"/>
            <a:ext cx="365760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200400"/>
            <a:ext cx="13716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🔍 Real 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490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CadQuery + OpenCascade B-Rep extraction detects holes, bends, thickness, spatial relationships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200400"/>
            <a:ext cx="365760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3200400"/>
            <a:ext cx="137160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🌐 Shareable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490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Local install for power users + AgentSpaces dashboard for everyone else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Local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1: Local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4748B"/>
                </a:solidFill>
              </a:defRPr>
            </a:pPr>
            <a:r>
              <a:t>Goal: Get the app running on your local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</a:defRPr>
            </a:pPr>
            <a:r>
              <a:t>Three Steps: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65760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137160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1.1 Install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Python 3.11+ required. Run pip install -r requirements.txt to get Flask, Trimesh, Cascadio, NumPy, CadQuery, and python-docx.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743200"/>
            <a:ext cx="365760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743200"/>
            <a:ext cx="137160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1.2 Test Locally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Run python app.py — Flask server starts on port 5000. Visit http://localhost:5000 in your browser. Upload a STEP file to verify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743200"/>
            <a:ext cx="365760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743200"/>
            <a:ext cx="137160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1.3 Desktop Shortcut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91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Create one-click launcher with a .bat file + PowerShell script. Double-click to start app + open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1: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93B"/>
                </a:solidFill>
              </a:defRPr>
            </a:pPr>
            <a:r>
              <a:t>Install &amp;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python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93B"/>
                </a:solidFill>
              </a:defRPr>
            </a:pPr>
            <a:r>
              <a:t>Verify in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109728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http://localhost:5000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72800" cy="914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⚠ Common gotcha: Disconnect Zscaler/VPN when testing localhost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Some VPN clients intercept localhost traffic — the local app doesn't need VPN.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Source Control Backup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2: Backup to code.amazon.com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4748B"/>
                </a:solidFill>
              </a:defRPr>
            </a:pPr>
            <a:r>
              <a:t>Goal: Get your code into Amazon source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Connect to Amazon VPN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Cisco AnyConnect — required for git.amazon.com access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803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Authenticate with Midway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mwinit -f generates SSH cert for ~20 hours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Create Brazil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code.amazon.com → Create Package → Python Brazil template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519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Clone the Empty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git clone ssh://git.amazon.com:2222/pkg/&lt;PackageName&gt;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9377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Copy Code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src/&lt;package_name&gt;/ for modules; root for app.py, etc.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6235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Push to Feature Branch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</a:defRPr>
            </a:pPr>
            <a:r>
              <a:t>git push origin HEAD:refs/heads/initial-import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2: Critical Gotcha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F4444"/>
                </a:solidFill>
              </a:defRPr>
            </a:pPr>
            <a:r>
              <a:t>Don't push directly to mainline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293B"/>
                </a:solidFill>
              </a:defRPr>
            </a:pPr>
            <a:r>
              <a:t>GitFarm protects mainline — direct pushes are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# ❌ Wrong - will fail with hook decline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git push origin HEAD:mainline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# ✓ Correct - push to feature branch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git push origin HEAD:refs/heads/initial-import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4748B"/>
                </a:solidFill>
              </a:defRPr>
            </a:pPr>
            <a:r>
              <a:t>Then create a Code Review (CR) to merge into mainline — covered in Phase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2: Watch the Folder Names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293B"/>
                </a:solidFill>
              </a:defRPr>
            </a:pPr>
            <a:r>
              <a:t>Windows is case-insensitive — folder names can collide with Brazil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</a:defRPr>
            </a:pPr>
            <a:r>
              <a:t>❌ Don't do this: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&lt;Package&gt;/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├── Config       (Brazil)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├── config/      (your YAML)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│   └── ...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└── ...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# Conflicts on Windows!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</a:defRPr>
            </a:pPr>
            <a:r>
              <a:t>✓ Do this instead: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5176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&lt;Package&gt;/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├── Config       (Brazil)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├── dfm_config/  (your YAML)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│   └── ...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└── ...</a:t>
            </a: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0F2FE"/>
                </a:solidFill>
                <a:latin typeface="Consolas"/>
              </a:defRPr>
            </a:pPr>
            <a:r>
              <a:t># No conflict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4748B"/>
                </a:solidFill>
              </a:defRPr>
            </a:pPr>
            <a:r>
              <a:t>Same applies to test/ vs tests/ — Brazil uses singular 'test'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Code Review &amp; Merge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3: The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</a:defRPr>
            </a:pPr>
            <a:r>
              <a:t>Merging to mainline requires the cr CLI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293B"/>
                </a:solidFill>
              </a:defRPr>
            </a:pPr>
            <a:r>
              <a:t>cr is NOT available on Windows. The internal Amazon repos require: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• Cloud Desktop access (recommended), OR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• WSL with proper internal network access, OR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• A Linux dev environment with toolbox installed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10972800" cy="16459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</a:defRPr>
            </a:pPr>
            <a:r>
              <a:t>What I tried (none worked from Windows):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• toolbox install cr  → command not found    • pip install cruxcr  → not on public PyPI</a:t>
            </a:r>
            <a:br/>
            <a:r>
              <a:t>• pip install amzn-cr  → internal artifactory unreachable    • Web 'Create Review' button doesn't exist</a:t>
            </a:r>
            <a:br/>
            <a:r>
              <a:t>• Direct push to mainline  → blocked by GitFarm branch protection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3: Three Paths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" cy="4846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Option A: Cloud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RECOMMENDED LONG-TERM</a:t>
            </a:r>
            <a:br/>
            <a:br/>
            <a:r>
              <a:t>Request via clouddesktop.amazon.com</a:t>
            </a:r>
            <a:br/>
            <a:br/>
            <a:r>
              <a:t>Pre-installed tools:</a:t>
            </a:r>
            <a:br/>
            <a:r>
              <a:t>• cr CLI</a:t>
            </a:r>
            <a:br/>
            <a:r>
              <a:t>• brazil</a:t>
            </a:r>
            <a:br/>
            <a:r>
              <a:t>• toolbox</a:t>
            </a:r>
            <a:br/>
            <a:r>
              <a:t>• mwinit</a:t>
            </a:r>
            <a:br/>
            <a:br/>
            <a:r>
              <a:t>30 seconds to create CR once provisioned.</a:t>
            </a:r>
            <a:br/>
            <a:br/>
            <a:r>
              <a:t>Effort: Manager approval + 1-2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137160" cy="4846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Option B: Ask Teammate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FASTEST</a:t>
            </a:r>
            <a:br/>
            <a:br/>
            <a:r>
              <a:t>Send teammate with Cloud Desktop:</a:t>
            </a:r>
            <a:br/>
            <a:r>
              <a:t>• Package URL</a:t>
            </a:r>
            <a:br/>
            <a:r>
              <a:t>• Branch name (initial-import)</a:t>
            </a:r>
            <a:br/>
            <a:r>
              <a:t>• Reviewer alias</a:t>
            </a:r>
            <a:br/>
            <a:br/>
            <a:r>
              <a:t>They run cr from their machine — 2 min task.</a:t>
            </a:r>
            <a:br/>
            <a:br/>
            <a:r>
              <a:t>Effort: Slack DM + their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65760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137160" cy="4846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Option C: Defer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SHIP NOW</a:t>
            </a:r>
            <a:br/>
            <a:br/>
            <a:r>
              <a:t>Leave code on initial-import branch.</a:t>
            </a:r>
            <a:br/>
            <a:br/>
            <a:r>
              <a:t>Code is safely backed up.</a:t>
            </a:r>
            <a:br/>
            <a:br/>
            <a:r>
              <a:t>You CAN still:</a:t>
            </a:r>
            <a:br/>
            <a:r>
              <a:t>• Develop locally</a:t>
            </a:r>
            <a:br/>
            <a:r>
              <a:t>• Push updates</a:t>
            </a:r>
            <a:br/>
            <a:r>
              <a:t>• Build AgentSpaces dashboard</a:t>
            </a:r>
            <a:br/>
            <a:br/>
            <a:r>
              <a:t>You CAN'T:</a:t>
            </a:r>
            <a:br/>
            <a:r>
              <a:t>• Set up pipeline</a:t>
            </a:r>
            <a:br/>
            <a:r>
              <a:t>• Deploy via Apollo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Share With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4: Two Sharing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4748B"/>
                </a:solidFill>
              </a:defRPr>
            </a:pPr>
            <a:r>
              <a:t>Pick based on your team's needs — or do both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486400" cy="411480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</a:defRPr>
            </a:pPr>
            <a:r>
              <a:t>📚 Path A: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AgentSpaces HTML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Upload DFM_RULES_REFERENCE.md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Add source PDFs from Process Specs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Ask AI: "Generate HTML dashboard"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Get shareable URL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Send to team via Slack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</a:defRPr>
            </a:pPr>
            <a:r>
              <a:t>⏱ Effort: ~1 hour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5486400" cy="411480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</a:defRPr>
            </a:pPr>
            <a:r>
              <a:t>⚙ Path B: Live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Working DFM Analyzer for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B1: Local installer (1-2 days)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B2: Shared Cloud Desktop (3-5 days)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B3: Pipeline + Apollo (1-3 weeks)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Pick based on team size + criticality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760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</a:defRPr>
            </a:pPr>
            <a:r>
              <a:t>⏱ Effort: Days to weeks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4 Path B: Three Deployment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749039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Local Installer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⏱ 1-2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</a:defRPr>
            </a:pPr>
            <a:r>
              <a:t>Each user installs locally</a:t>
            </a:r>
            <a:br/>
            <a:r>
              <a:t>Distribute via Quip/SharePoint</a:t>
            </a:r>
            <a:br/>
            <a:r>
              <a:t>Setup script (PowerShell)</a:t>
            </a:r>
            <a:br/>
            <a:r>
              <a:t>Desktop shortcut auto-created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32004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Small teams (5-10 users)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749039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15544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276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Shared Cloud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⏱ 3-5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</a:defRPr>
            </a:pPr>
            <a:r>
              <a:t>Run app on team Cloud Desktop</a:t>
            </a:r>
            <a:br/>
            <a:r>
              <a:t>Port 5000 open to corp network</a:t>
            </a:r>
            <a:br/>
            <a:r>
              <a:t>Process supervisor for uptime</a:t>
            </a:r>
            <a:br/>
            <a:r>
              <a:t>Single URL for everyone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5486400"/>
            <a:ext cx="32004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Medium teams (10-30 users)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3749039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0" y="15544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6276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Pipeline + Apollo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⏱ 1-3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4688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</a:defRPr>
            </a:pPr>
            <a:r>
              <a:t>Production WSGI (gunicorn)</a:t>
            </a:r>
            <a:br/>
            <a:r>
              <a:t>Midway authentication</a:t>
            </a:r>
            <a:br/>
            <a:r>
              <a:t>S3 storage, CloudWatch logs</a:t>
            </a:r>
            <a:br/>
            <a:r>
              <a:t>AppSec review required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5486400"/>
            <a:ext cx="320040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Large teams (50+ users)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4748B"/>
                </a:solidFill>
              </a:defRPr>
            </a:pPr>
            <a:r>
              <a:t>From local Python app to team-shared dashboard: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Local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40280"/>
            <a:ext cx="1371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313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4748B"/>
                </a:solidFill>
              </a:defRPr>
            </a:pPr>
            <a:r>
              <a:t>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Get app running with desktop shortcut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Source Control Backup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017520"/>
            <a:ext cx="1371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3090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4748B"/>
                </a:solidFill>
              </a:defRPr>
            </a:pPr>
            <a:r>
              <a:t>Hour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Push to code.amazon.com feature branch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49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Code Review &amp; Merge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794760"/>
            <a:ext cx="1371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679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4748B"/>
                </a:solidFill>
              </a:defRPr>
            </a:pPr>
            <a:r>
              <a:t>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Use cr CLI on Cloud Desktop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4A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AgentSpaces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4572000"/>
            <a:ext cx="1371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4645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4748B"/>
                </a:solidFill>
              </a:defRPr>
            </a:pPr>
            <a:r>
              <a:t>Hour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617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Generate shareable rules HTML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4B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</a:defRPr>
            </a:pPr>
            <a:r>
              <a:t>Live App Deployment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5349240"/>
            <a:ext cx="1371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422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4748B"/>
                </a:solidFill>
              </a:defRPr>
            </a:pPr>
            <a:r>
              <a:t>Days-Weeks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94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Local install / Cloud Desktop /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Minimum Viable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</a:defRPr>
            </a:pPr>
            <a:r>
              <a:t>If you only have 1 day, do this: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468880"/>
            <a:ext cx="411480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137160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✓ Phase 1: Local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17520"/>
            <a:ext cx="3749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Get app working locally</a:t>
            </a:r>
            <a:br/>
            <a:r>
              <a:t>Desktop shortcut</a:t>
            </a:r>
            <a:br/>
            <a:r>
              <a:t>~2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3832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1E293B"/>
                </a:solidFill>
              </a:defRPr>
            </a:pPr>
            <a: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468880"/>
            <a:ext cx="411480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2468880"/>
            <a:ext cx="137160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6060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✓ Phase 4A: AgentSpaces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017520"/>
            <a:ext cx="3749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Upload DFM rules MD</a:t>
            </a:r>
            <a:br/>
            <a:r>
              <a:t>Ask AI for HTML dashboard</a:t>
            </a:r>
            <a:br/>
            <a:r>
              <a:t>Share URL with team</a:t>
            </a:r>
            <a:br/>
            <a:r>
              <a:t>~1 hour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t>= Personal working app + Shared rules reference for the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4748B"/>
                </a:solidFill>
              </a:defRPr>
            </a:pPr>
            <a:r>
              <a:t>All deliverables in C:\Users\&lt;you&gt;\DFM Inspector\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657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DEPLOYMENT_GUIDE.md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03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Full step-by-step walkthrough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3657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DFM_Deployment_Checklist.md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51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Printable one-page checklist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00400"/>
            <a:ext cx="3657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DFM_Deployment_Flowchart.svg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Visual process diagram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49040"/>
            <a:ext cx="3657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DFM_Deployment_Video_Script.md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749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Screencast narration 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3657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DFM_RULES_REFERENCE.md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Catalog of all DFM 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46320"/>
            <a:ext cx="3657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DFM_Inspector_Launcher.bat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846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Local app launcher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94960"/>
            <a:ext cx="3657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create_dfm_violation_step.py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394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t>Test part generator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FFFFFF"/>
                </a:solidFill>
              </a:defRPr>
            </a:pPr>
            <a:r>
              <a:t>Thanks for watching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F1F5F9"/>
                </a:solidFill>
              </a:defRPr>
            </a:pPr>
            <a:r>
              <a:t>Now go ship something.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1F5F9"/>
                </a:solidFill>
              </a:defRPr>
            </a:pPr>
            <a:r>
              <a:t>Alex Atala  |  Senior Product Development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F1F5F9"/>
                </a:solidFill>
              </a:defRPr>
            </a:pPr>
            <a:r>
              <a:t>Amazon Robotics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