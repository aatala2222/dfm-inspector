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From Idea to Live App with Harmony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33271"/>
            <a:ext cx="1371600" cy="457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Five-stage pipeline: prompt to production-ready URL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" y="2103120"/>
            <a:ext cx="2194560" cy="4114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33756" y="2103120"/>
            <a:ext cx="109728" cy="4114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6716" y="182880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" y="25603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Calibri"/>
              </a:rPr>
              <a:t>Define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" y="3017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Kiro / 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" y="3566160"/>
            <a:ext cx="1828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Write a structured prompt: UI shell, modules, mock API contract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" y="5715000"/>
            <a:ext cx="1188720" cy="36576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~30 min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37460" y="4050792"/>
            <a:ext cx="118872" cy="228600"/>
          </a:xfrm>
          <a:prstGeom prst="rightArrow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665476" y="2103120"/>
            <a:ext cx="2194560" cy="4114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65476" y="2103120"/>
            <a:ext cx="109728" cy="4114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488436" y="182880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8356" y="25603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Calibri"/>
              </a:rPr>
              <a:t>Prototype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8356" y="3017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Calibri"/>
              </a:rPr>
              <a:t>Harmony AI Builder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8356" y="3566160"/>
            <a:ext cx="1828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Open Prototype Dashboard, paste prompt, launch AgentSpace, Midway login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68396" y="5715000"/>
            <a:ext cx="118872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~5 min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69180" y="4050792"/>
            <a:ext cx="118872" cy="228600"/>
          </a:xfrm>
          <a:prstGeom prst="rightArrow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997196" y="2103120"/>
            <a:ext cx="2194560" cy="4114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997196" y="2103120"/>
            <a:ext cx="109728" cy="41148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820156" y="182880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0076" y="25603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Calibri"/>
              </a:rPr>
              <a:t>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0076" y="3017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EF4444"/>
                </a:solidFill>
                <a:latin typeface="Calibri"/>
              </a:rPr>
              <a:t>Coding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0076" y="3566160"/>
            <a:ext cx="1828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Agent scaffolds Harmony app (Brazil + react-vite + Cloudscape) and transplants 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00116" y="5715000"/>
            <a:ext cx="1188720" cy="36576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~30 min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200900" y="4050792"/>
            <a:ext cx="118872" cy="228600"/>
          </a:xfrm>
          <a:prstGeom prst="rightArrow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28916" y="2103120"/>
            <a:ext cx="2194560" cy="4114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28916" y="2103120"/>
            <a:ext cx="109728" cy="4114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151876" y="182880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1796" y="25603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Calibri"/>
              </a:rPr>
              <a:t>Deploy Beta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1796" y="3017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8B5CF6"/>
                </a:solidFill>
                <a:latin typeface="Calibri"/>
              </a:rPr>
              <a:t>harmonycli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1796" y="3566160"/>
            <a:ext cx="1828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harmony app deploy --stage beta with parent Bindle ID; CloudFront + S3 provision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31836" y="5715000"/>
            <a:ext cx="1188720" cy="36576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~10 min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532620" y="4050792"/>
            <a:ext cx="118872" cy="228600"/>
          </a:xfrm>
          <a:prstGeom prst="rightArrow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660636" y="2103120"/>
            <a:ext cx="2194560" cy="4114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660636" y="2103120"/>
            <a:ext cx="109728" cy="4114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483596" y="18288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43516" y="256032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2937"/>
                </a:solidFill>
                <a:latin typeface="Calibri"/>
              </a:rPr>
              <a:t>Validate &amp; Promote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43516" y="30175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Browser + harmonycli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43516" y="3566160"/>
            <a:ext cx="1828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Calibri"/>
              </a:rPr>
              <a:t>Test with team, iterate via agent, then harmony app promote for Prod URL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63556" y="5715000"/>
            <a:ext cx="118872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~1 day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400800"/>
            <a:ext cx="11274552" cy="4114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57200" y="6400800"/>
            <a:ext cx="91440" cy="4114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6400800"/>
            <a:ext cx="1090879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1F2937"/>
                </a:solidFill>
                <a:latin typeface="Calibri"/>
              </a:rPr>
              <a:t>Minimum viable path: </a:t>
            </a:r>
            <a:r>
              <a:rPr sz="1200">
                <a:solidFill>
                  <a:srgbClr val="1F2937"/>
                </a:solidFill>
                <a:latin typeface="Calibri"/>
              </a:rPr>
              <a:t>Stages 1-4 in a single afternoon. Stage 5 is the iteration window before company-wide rollout.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Calibri"/>
              </a:rPr>
              <a:t>What Happens at Each Stage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33271"/>
            <a:ext cx="1371600" cy="457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Key actions, decisions, and gotchas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" y="1737360"/>
            <a:ext cx="2194560" cy="4572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33756" y="1737360"/>
            <a:ext cx="2194560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0916" y="185623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1. Define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" y="2514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alibri"/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" y="278892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Spec-driven prompt: tabs, modules, mock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" y="35204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Calibri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" y="379476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Paste-ready prompt for Harmony Coding 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" y="5257800"/>
            <a:ext cx="1920240" cy="9144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0916" y="525780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" y="534924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Gotcha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" y="56235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Vague prompts let agent skip Harmony scaffolding (builds plain React)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65476" y="1737360"/>
            <a:ext cx="2194560" cy="4572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65476" y="1737360"/>
            <a:ext cx="2194560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02636" y="185623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2. Prototype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48356" y="2514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Tool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48356" y="278892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Harmony AI Builder Prototype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48356" y="35204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48356" y="379476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Midway PIN + YubiKey when AgentSpace launches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02636" y="5257800"/>
            <a:ext cx="1920240" cy="9144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802636" y="525780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85516" y="534924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Gotcha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5516" y="56235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30-day prototype TTL (extendable to 60); plan accordingly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97196" y="1737360"/>
            <a:ext cx="2194560" cy="4572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997196" y="1737360"/>
            <a:ext cx="2194560" cy="5486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34356" y="185623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3. 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0076" y="2514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alibri"/>
              </a:rPr>
              <a:t>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0076" y="278892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react-vite + Cloudscape + Brazil + harmonycli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0076" y="35204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EF4444"/>
                </a:solidFill>
                <a:latin typeface="Calibri"/>
              </a:rPr>
              <a:t>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80076" y="379476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tsc and vite build pass; Brazil Config exists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34356" y="5257800"/>
            <a:ext cx="1920240" cy="9144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134356" y="525780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17236" y="534924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Gotcha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17236" y="56235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Confirm agent uses harmony app create, not plain npm create vite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28916" y="1737360"/>
            <a:ext cx="2194560" cy="4572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328916" y="1737360"/>
            <a:ext cx="2194560" cy="5486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66076" y="185623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4. Deploy Beta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11796" y="2514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Calibri"/>
              </a:rPr>
              <a:t>Cmd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11796" y="278892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harmony app deploy --stage beta --parentBindleId &lt;id&gt;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11796" y="35204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8B5CF6"/>
                </a:solidFill>
                <a:latin typeface="Calibri"/>
              </a:rPr>
              <a:t>Bindle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11796" y="379476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Team resource ID (e.g., Prod-Dev-Eng)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66076" y="5257800"/>
            <a:ext cx="1920240" cy="9144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466076" y="525780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48956" y="534924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Gotcha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48956" y="56235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Bindle IDs use lookalike chars (l vs i vs 1); use click-to-copy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60636" y="1737360"/>
            <a:ext cx="2194560" cy="4572000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660636" y="1737360"/>
            <a:ext cx="2194560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797796" y="185623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5. Validate &amp; Promote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43516" y="2514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Path 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43516" y="278892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Iterate with 25-engineer cohort on Beta URL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43516" y="35204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Path 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43516" y="379476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harmony app promote for durable Prod URL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797796" y="5257800"/>
            <a:ext cx="1920240" cy="9144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797796" y="525780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980676" y="534924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Gotcha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80676" y="56235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Calibri"/>
              </a:rPr>
              <a:t>Prod URL differs from prototype URL; bindle association persists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327</Words>
  <Application>Microsoft Office PowerPoint</Application>
  <PresentationFormat>Custom</PresentationFormat>
  <Paragraphs>65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Atala, Alex [C]</dc:creator>
  <cp:keywords/>
  <dc:description>generated using python-pptx</dc:description>
  <cp:lastModifiedBy>Atala, Alex [C]</cp:lastModifiedBy>
  <cp:revision>1</cp:revision>
  <dcterms:created xsi:type="dcterms:W3CDTF">2013-01-27T09:14:16Z</dcterms:created>
  <dcterms:modified xsi:type="dcterms:W3CDTF">2026-06-25T18:41:02Z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2026-06-25T18:41:02Z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c84ce8d5-8bd7-4bac-bd28-e2fde3c0ff5d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</Properties>
</file>