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From Kiro to AgentSpace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280160" cy="4572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Five-stage pipeline: code generation to team release</a:t>
            </a:r>
          </a:p>
        </p:txBody>
      </p:sp>
      <p:sp>
        <p:nvSpPr>
          <p:cNvPr id="6" name="Oval 5"/>
          <p:cNvSpPr/>
          <p:nvPr/>
        </p:nvSpPr>
        <p:spPr>
          <a:xfrm>
            <a:off x="1179576" y="14173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993392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91440" cy="365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1764792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Calibri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1764792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Calibri"/>
              </a:rPr>
              <a:t>Kiro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627632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AI generates Python app from spec (requirements -&gt; design -&gt; tasks)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4800600"/>
            <a:ext cx="1280160" cy="3657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68880" y="3383280"/>
            <a:ext cx="283464" cy="27432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3008" y="1417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0632" y="1691640"/>
            <a:ext cx="1993392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70632" y="1691640"/>
            <a:ext cx="91440" cy="3657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7792" y="2194560"/>
            <a:ext cx="1764792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Calibri"/>
              </a:rPr>
              <a:t>Run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651760"/>
            <a:ext cx="1764792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Localhost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3154680"/>
            <a:ext cx="1627632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pip install + python app.py -&gt; Flask on port 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7248" y="4800600"/>
            <a:ext cx="128016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82312" y="3383280"/>
            <a:ext cx="283464" cy="27432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06440" y="14173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4064" y="1691640"/>
            <a:ext cx="1993392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84064" y="1691640"/>
            <a:ext cx="91440" cy="3657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21224" y="2194560"/>
            <a:ext cx="1764792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Calibri"/>
              </a:rPr>
              <a:t>Back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2651760"/>
            <a:ext cx="1764792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code.amazon.com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3154680"/>
            <a:ext cx="1627632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VPN + mwinit, push to feature branch (never mainline)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4800600"/>
            <a:ext cx="128016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~1 hour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95744" y="3383280"/>
            <a:ext cx="283464" cy="27432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19871" y="1417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7496" y="1691640"/>
            <a:ext cx="1993392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97496" y="1691640"/>
            <a:ext cx="91440" cy="3657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34656" y="2194560"/>
            <a:ext cx="1764792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Calibri"/>
              </a:rPr>
              <a:t>Review &amp; Merge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2651760"/>
            <a:ext cx="1764792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CRUX (cr CLI)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0375" y="3154680"/>
            <a:ext cx="1627632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Cloud Desktop runs cr to merge into mainline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54112" y="4800600"/>
            <a:ext cx="128016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~1 day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409176" y="3383280"/>
            <a:ext cx="283464" cy="27432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433304" y="1417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0928" y="1691640"/>
            <a:ext cx="1993392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10928" y="1691640"/>
            <a:ext cx="91440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48088" y="2194560"/>
            <a:ext cx="1764792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Calibri"/>
              </a:rPr>
              <a:t>Release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088" y="2651760"/>
            <a:ext cx="1764792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AgentSpace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3808" y="3154680"/>
            <a:ext cx="1627632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Upload rules MD, generate HTML dashboard, share URL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67544" y="4800600"/>
            <a:ext cx="12801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~1 hour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52160"/>
            <a:ext cx="11247120" cy="64008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5852160"/>
            <a:ext cx="9144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897880"/>
            <a:ext cx="109728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Minimum viable path: </a:t>
            </a:r>
            <a:r>
              <a:rPr sz="1300">
                <a:solidFill>
                  <a:srgbClr val="111827"/>
                </a:solidFill>
                <a:latin typeface="Calibri"/>
              </a:rPr>
              <a:t>stages 1, 2, and 5 in a single day. Stages 3 and 4 are required only when the live app needs pipeline-based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What Happens at Each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280160" cy="4572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Key actions, decisions, and gotchas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993392" cy="4846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993392" cy="640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993392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1. 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764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Spec-driven code gen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requirements -&gt; design -&gt; tasks -&gt; code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Calibri"/>
              </a:rPr>
              <a:t>Output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Flask app with CadQuery / OpenCascade geometry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691640"/>
            <a:ext cx="1993392" cy="4846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70632" y="1691640"/>
            <a:ext cx="1993392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1691640"/>
            <a:ext cx="1993392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2. Run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514600"/>
            <a:ext cx="1764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Stack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Python 3.11+, Flask on localhost:5000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Verify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Upload STEP file, confirm DFM analysis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5257800"/>
            <a:ext cx="1719072" cy="109728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5330952"/>
            <a:ext cx="1536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11827"/>
                </a:solidFill>
                <a:latin typeface="Calibri"/>
              </a:rPr>
              <a:t>Disconnect Zscaler/VPN when testing localhost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691640"/>
            <a:ext cx="1993392" cy="4846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84064" y="1691640"/>
            <a:ext cx="1993392" cy="640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84064" y="1691640"/>
            <a:ext cx="1993392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3. Back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514600"/>
            <a:ext cx="1764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Auth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Cisco VPN + mwinit -f (~20h SSH cert)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EF4444"/>
                </a:solidFill>
                <a:latin typeface="Calibri"/>
              </a:rPr>
              <a:t>Push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git push origin HEAD:refs/heads/initial-import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1224" y="5257800"/>
            <a:ext cx="1719072" cy="109728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12664" y="5330952"/>
            <a:ext cx="1536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11827"/>
                </a:solidFill>
                <a:latin typeface="Calibri"/>
              </a:rPr>
              <a:t>Never push to mainline; avoid folder/file name collisions on Windows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691640"/>
            <a:ext cx="1993392" cy="4846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97496" y="1691640"/>
            <a:ext cx="199339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97496" y="1691640"/>
            <a:ext cx="1993392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4. Review &amp; 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514600"/>
            <a:ext cx="1764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Tool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cr CLI (Linux only)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8B5CF6"/>
                </a:solidFill>
                <a:latin typeface="Calibri"/>
              </a:rPr>
              <a:t>Options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Cloud Desktop, teammate with one, or WSL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5257800"/>
            <a:ext cx="1719072" cy="109728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26096" y="5330952"/>
            <a:ext cx="1536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11827"/>
                </a:solidFill>
                <a:latin typeface="Calibri"/>
              </a:rPr>
              <a:t>Defer this stage if you only need an AgentSpace release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1691640"/>
            <a:ext cx="1993392" cy="4846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10928" y="1691640"/>
            <a:ext cx="1993392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0928" y="1691640"/>
            <a:ext cx="1993392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5.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2514600"/>
            <a:ext cx="1764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Path A (fast)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Upload rules MD + PDFs, generate HTML, share URL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10B981"/>
                </a:solidFill>
                <a:latin typeface="Calibri"/>
              </a:rPr>
              <a:t>Path B (live app)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Local install -&gt; Cloud Desktop -&gt; Pipeline + Apollo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308</Words>
  <Application>Microsoft Office PowerPoint</Application>
  <PresentationFormat>Widescreen</PresentationFormat>
  <Paragraphs>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Atala, Alex [C]</dc:creator>
  <cp:keywords/>
  <dc:description>generated using python-pptx</dc:description>
  <cp:lastModifiedBy>Atala, Alex [C]</cp:lastModifiedBy>
  <cp:revision>1</cp:revision>
  <dcterms:created xsi:type="dcterms:W3CDTF">2013-01-27T09:14:16Z</dcterms:created>
  <dcterms:modified xsi:type="dcterms:W3CDTF">2026-06-22T20:01:13Z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2026-06-22T20:01:13Z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95d2910c-2b1c-4a0e-8e7b-f2dabbe63b0c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